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D2CBA-9D1E-44E4-9B35-734F1330AC0E}" v="20" dt="2026-07-26T02:30:51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4" y="5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Cherukuru" userId="01e7eb29c35330fc" providerId="LiveId" clId="{15A6C34E-FED3-4D34-87C0-622DC429122F}"/>
    <pc:docChg chg="undo custSel modSld">
      <pc:chgData name="Anusha Cherukuru" userId="01e7eb29c35330fc" providerId="LiveId" clId="{15A6C34E-FED3-4D34-87C0-622DC429122F}" dt="2026-07-26T02:31:02.922" v="38" actId="208"/>
      <pc:docMkLst>
        <pc:docMk/>
      </pc:docMkLst>
      <pc:sldChg chg="addSp modSp mod">
        <pc:chgData name="Anusha Cherukuru" userId="01e7eb29c35330fc" providerId="LiveId" clId="{15A6C34E-FED3-4D34-87C0-622DC429122F}" dt="2026-07-26T02:30:30.448" v="32" actId="208"/>
        <pc:sldMkLst>
          <pc:docMk/>
          <pc:sldMk cId="2143251387" sldId="256"/>
        </pc:sldMkLst>
        <pc:spChg chg="add mod">
          <ac:chgData name="Anusha Cherukuru" userId="01e7eb29c35330fc" providerId="LiveId" clId="{15A6C34E-FED3-4D34-87C0-622DC429122F}" dt="2026-07-26T02:26:40.244" v="1" actId="571"/>
          <ac:spMkLst>
            <pc:docMk/>
            <pc:sldMk cId="2143251387" sldId="256"/>
            <ac:spMk id="2" creationId="{EE3D37AC-8BC2-8A47-7F9E-37EC062F47E1}"/>
          </ac:spMkLst>
        </pc:spChg>
        <pc:spChg chg="add mod">
          <ac:chgData name="Anusha Cherukuru" userId="01e7eb29c35330fc" providerId="LiveId" clId="{15A6C34E-FED3-4D34-87C0-622DC429122F}" dt="2026-07-26T02:26:40.244" v="1" actId="571"/>
          <ac:spMkLst>
            <pc:docMk/>
            <pc:sldMk cId="2143251387" sldId="256"/>
            <ac:spMk id="3" creationId="{ADA1C028-0746-7210-C189-85F4D7662F6A}"/>
          </ac:spMkLst>
        </pc:spChg>
        <pc:spChg chg="add mod">
          <ac:chgData name="Anusha Cherukuru" userId="01e7eb29c35330fc" providerId="LiveId" clId="{15A6C34E-FED3-4D34-87C0-622DC429122F}" dt="2026-07-26T02:26:40.244" v="1" actId="571"/>
          <ac:spMkLst>
            <pc:docMk/>
            <pc:sldMk cId="2143251387" sldId="256"/>
            <ac:spMk id="5" creationId="{1DE1A62F-EC7D-EA05-8A7A-8687B84661CE}"/>
          </ac:spMkLst>
        </pc:spChg>
        <pc:spChg chg="add mod">
          <ac:chgData name="Anusha Cherukuru" userId="01e7eb29c35330fc" providerId="LiveId" clId="{15A6C34E-FED3-4D34-87C0-622DC429122F}" dt="2026-07-26T02:26:40.244" v="1" actId="571"/>
          <ac:spMkLst>
            <pc:docMk/>
            <pc:sldMk cId="2143251387" sldId="256"/>
            <ac:spMk id="6" creationId="{AD5F20A4-13D8-2529-BA05-3C1F1D6DFAA8}"/>
          </ac:spMkLst>
        </pc:spChg>
        <pc:spChg chg="add mod">
          <ac:chgData name="Anusha Cherukuru" userId="01e7eb29c35330fc" providerId="LiveId" clId="{15A6C34E-FED3-4D34-87C0-622DC429122F}" dt="2026-07-26T02:26:40.244" v="1" actId="571"/>
          <ac:spMkLst>
            <pc:docMk/>
            <pc:sldMk cId="2143251387" sldId="256"/>
            <ac:spMk id="7" creationId="{F9A6BA7A-0560-2C9C-926D-B931918F098E}"/>
          </ac:spMkLst>
        </pc:spChg>
        <pc:spChg chg="add mod">
          <ac:chgData name="Anusha Cherukuru" userId="01e7eb29c35330fc" providerId="LiveId" clId="{15A6C34E-FED3-4D34-87C0-622DC429122F}" dt="2026-07-26T02:26:40.244" v="1" actId="571"/>
          <ac:spMkLst>
            <pc:docMk/>
            <pc:sldMk cId="2143251387" sldId="256"/>
            <ac:spMk id="8" creationId="{8962C15E-FB8C-1508-A697-C5744DEFFEA8}"/>
          </ac:spMkLst>
        </pc:spChg>
        <pc:spChg chg="add mod">
          <ac:chgData name="Anusha Cherukuru" userId="01e7eb29c35330fc" providerId="LiveId" clId="{15A6C34E-FED3-4D34-87C0-622DC429122F}" dt="2026-07-26T02:26:40.244" v="1" actId="571"/>
          <ac:spMkLst>
            <pc:docMk/>
            <pc:sldMk cId="2143251387" sldId="256"/>
            <ac:spMk id="9" creationId="{0B1E474C-D951-AB3E-C215-2D46DDFF7812}"/>
          </ac:spMkLst>
        </pc:spChg>
        <pc:spChg chg="add mod">
          <ac:chgData name="Anusha Cherukuru" userId="01e7eb29c35330fc" providerId="LiveId" clId="{15A6C34E-FED3-4D34-87C0-622DC429122F}" dt="2026-07-26T02:29:45.501" v="25" actId="571"/>
          <ac:spMkLst>
            <pc:docMk/>
            <pc:sldMk cId="2143251387" sldId="256"/>
            <ac:spMk id="10" creationId="{49AC407C-22A1-FB95-DFFE-743D859B9649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11" creationId="{1A73D45B-3649-BF91-38BE-D6E278053A3A}"/>
          </ac:spMkLst>
        </pc:spChg>
        <pc:spChg chg="add mod">
          <ac:chgData name="Anusha Cherukuru" userId="01e7eb29c35330fc" providerId="LiveId" clId="{15A6C34E-FED3-4D34-87C0-622DC429122F}" dt="2026-07-26T02:29:45.501" v="25" actId="571"/>
          <ac:spMkLst>
            <pc:docMk/>
            <pc:sldMk cId="2143251387" sldId="256"/>
            <ac:spMk id="12" creationId="{ECF2F4DE-9D2D-C79E-157F-6D749759B72F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13" creationId="{85040B37-EC29-36FA-8410-7601DC872889}"/>
          </ac:spMkLst>
        </pc:spChg>
        <pc:spChg chg="add mod">
          <ac:chgData name="Anusha Cherukuru" userId="01e7eb29c35330fc" providerId="LiveId" clId="{15A6C34E-FED3-4D34-87C0-622DC429122F}" dt="2026-07-26T02:29:45.501" v="25" actId="571"/>
          <ac:spMkLst>
            <pc:docMk/>
            <pc:sldMk cId="2143251387" sldId="256"/>
            <ac:spMk id="14" creationId="{7267444C-9B6B-7380-2F16-A224E5B2AD03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15" creationId="{87BB012D-38BF-9DEE-2EFD-9BFA35BDA635}"/>
          </ac:spMkLst>
        </pc:spChg>
        <pc:spChg chg="add mod">
          <ac:chgData name="Anusha Cherukuru" userId="01e7eb29c35330fc" providerId="LiveId" clId="{15A6C34E-FED3-4D34-87C0-622DC429122F}" dt="2026-07-26T02:29:45.501" v="25" actId="571"/>
          <ac:spMkLst>
            <pc:docMk/>
            <pc:sldMk cId="2143251387" sldId="256"/>
            <ac:spMk id="16" creationId="{4DC9E14E-D666-B1A4-97CB-C2E9F30A2B7C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17" creationId="{4FBD291D-CC75-4DA0-86DF-C08B0C673F76}"/>
          </ac:spMkLst>
        </pc:spChg>
        <pc:spChg chg="add mod">
          <ac:chgData name="Anusha Cherukuru" userId="01e7eb29c35330fc" providerId="LiveId" clId="{15A6C34E-FED3-4D34-87C0-622DC429122F}" dt="2026-07-26T02:29:45.501" v="25" actId="571"/>
          <ac:spMkLst>
            <pc:docMk/>
            <pc:sldMk cId="2143251387" sldId="256"/>
            <ac:spMk id="18" creationId="{D6F11E97-07AA-BB11-326B-41AA39B611DA}"/>
          </ac:spMkLst>
        </pc:spChg>
        <pc:spChg chg="add mod">
          <ac:chgData name="Anusha Cherukuru" userId="01e7eb29c35330fc" providerId="LiveId" clId="{15A6C34E-FED3-4D34-87C0-622DC429122F}" dt="2026-07-26T02:29:45.501" v="25" actId="571"/>
          <ac:spMkLst>
            <pc:docMk/>
            <pc:sldMk cId="2143251387" sldId="256"/>
            <ac:spMk id="19" creationId="{B34A545E-C7DD-158B-904E-5E62D7676BF3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20" creationId="{BCA7D451-3B0C-172C-AD47-550F7B656670}"/>
          </ac:spMkLst>
        </pc:spChg>
        <pc:spChg chg="add mod">
          <ac:chgData name="Anusha Cherukuru" userId="01e7eb29c35330fc" providerId="LiveId" clId="{15A6C34E-FED3-4D34-87C0-622DC429122F}" dt="2026-07-26T02:29:45.501" v="25" actId="571"/>
          <ac:spMkLst>
            <pc:docMk/>
            <pc:sldMk cId="2143251387" sldId="256"/>
            <ac:spMk id="21" creationId="{5A16A1E5-146A-B735-21B3-AA9DDD6C327C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22" creationId="{EB557CED-2D62-230D-464E-39E808AF44F0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23" creationId="{D77D02A9-722C-1841-7721-7E34A15392DB}"/>
          </ac:spMkLst>
        </pc:spChg>
        <pc:spChg chg="mod">
          <ac:chgData name="Anusha Cherukuru" userId="01e7eb29c35330fc" providerId="LiveId" clId="{15A6C34E-FED3-4D34-87C0-622DC429122F}" dt="2026-07-26T02:30:30.448" v="32" actId="208"/>
          <ac:spMkLst>
            <pc:docMk/>
            <pc:sldMk cId="2143251387" sldId="256"/>
            <ac:spMk id="29" creationId="{4713520A-81B0-57E3-C67C-F423A1D702DB}"/>
          </ac:spMkLst>
        </pc:spChg>
      </pc:sldChg>
      <pc:sldChg chg="modSp mod">
        <pc:chgData name="Anusha Cherukuru" userId="01e7eb29c35330fc" providerId="LiveId" clId="{15A6C34E-FED3-4D34-87C0-622DC429122F}" dt="2026-07-26T02:30:41.667" v="33" actId="208"/>
        <pc:sldMkLst>
          <pc:docMk/>
          <pc:sldMk cId="609258142" sldId="257"/>
        </pc:sldMkLst>
        <pc:spChg chg="mod">
          <ac:chgData name="Anusha Cherukuru" userId="01e7eb29c35330fc" providerId="LiveId" clId="{15A6C34E-FED3-4D34-87C0-622DC429122F}" dt="2026-07-26T02:30:41.667" v="33" actId="208"/>
          <ac:spMkLst>
            <pc:docMk/>
            <pc:sldMk cId="609258142" sldId="257"/>
            <ac:spMk id="4" creationId="{F5A51DD9-D1D0-CFCD-674B-3A286C1ED4F6}"/>
          </ac:spMkLst>
        </pc:spChg>
        <pc:spChg chg="mod">
          <ac:chgData name="Anusha Cherukuru" userId="01e7eb29c35330fc" providerId="LiveId" clId="{15A6C34E-FED3-4D34-87C0-622DC429122F}" dt="2026-07-26T02:30:41.667" v="33" actId="208"/>
          <ac:spMkLst>
            <pc:docMk/>
            <pc:sldMk cId="609258142" sldId="257"/>
            <ac:spMk id="6" creationId="{5ADCE051-2BC1-B496-9F1D-B925161EB2B6}"/>
          </ac:spMkLst>
        </pc:spChg>
        <pc:spChg chg="mod">
          <ac:chgData name="Anusha Cherukuru" userId="01e7eb29c35330fc" providerId="LiveId" clId="{15A6C34E-FED3-4D34-87C0-622DC429122F}" dt="2026-07-26T02:30:41.667" v="33" actId="208"/>
          <ac:spMkLst>
            <pc:docMk/>
            <pc:sldMk cId="609258142" sldId="257"/>
            <ac:spMk id="8" creationId="{1335C341-CC18-D6A3-09B1-E7BDF7D4A66B}"/>
          </ac:spMkLst>
        </pc:spChg>
        <pc:spChg chg="mod">
          <ac:chgData name="Anusha Cherukuru" userId="01e7eb29c35330fc" providerId="LiveId" clId="{15A6C34E-FED3-4D34-87C0-622DC429122F}" dt="2026-07-26T02:30:41.667" v="33" actId="208"/>
          <ac:spMkLst>
            <pc:docMk/>
            <pc:sldMk cId="609258142" sldId="257"/>
            <ac:spMk id="10" creationId="{D7F3E58B-5170-63B6-101F-5B8B997B8B7D}"/>
          </ac:spMkLst>
        </pc:spChg>
        <pc:spChg chg="mod">
          <ac:chgData name="Anusha Cherukuru" userId="01e7eb29c35330fc" providerId="LiveId" clId="{15A6C34E-FED3-4D34-87C0-622DC429122F}" dt="2026-07-26T02:30:41.667" v="33" actId="208"/>
          <ac:spMkLst>
            <pc:docMk/>
            <pc:sldMk cId="609258142" sldId="257"/>
            <ac:spMk id="12" creationId="{56B41D1A-F7F2-210B-6F43-4F848C72CED3}"/>
          </ac:spMkLst>
        </pc:spChg>
      </pc:sldChg>
      <pc:sldChg chg="addSp modSp mod">
        <pc:chgData name="Anusha Cherukuru" userId="01e7eb29c35330fc" providerId="LiveId" clId="{15A6C34E-FED3-4D34-87C0-622DC429122F}" dt="2026-07-26T02:31:02.922" v="38" actId="208"/>
        <pc:sldMkLst>
          <pc:docMk/>
          <pc:sldMk cId="3221234724" sldId="258"/>
        </pc:sldMkLst>
        <pc:spChg chg="add mod">
          <ac:chgData name="Anusha Cherukuru" userId="01e7eb29c35330fc" providerId="LiveId" clId="{15A6C34E-FED3-4D34-87C0-622DC429122F}" dt="2026-07-26T02:27:48.539" v="11" actId="571"/>
          <ac:spMkLst>
            <pc:docMk/>
            <pc:sldMk cId="3221234724" sldId="258"/>
            <ac:spMk id="2" creationId="{AFAD3600-26BA-10B1-A984-239A704EA457}"/>
          </ac:spMkLst>
        </pc:spChg>
        <pc:spChg chg="add mod">
          <ac:chgData name="Anusha Cherukuru" userId="01e7eb29c35330fc" providerId="LiveId" clId="{15A6C34E-FED3-4D34-87C0-622DC429122F}" dt="2026-07-26T02:27:48.539" v="11" actId="571"/>
          <ac:spMkLst>
            <pc:docMk/>
            <pc:sldMk cId="3221234724" sldId="258"/>
            <ac:spMk id="3" creationId="{08399A90-84BB-3388-9A92-030B338C4CF9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4" creationId="{A78CEC8A-253C-E63E-213D-2C4C752DB945}"/>
          </ac:spMkLst>
        </pc:spChg>
        <pc:spChg chg="add mod">
          <ac:chgData name="Anusha Cherukuru" userId="01e7eb29c35330fc" providerId="LiveId" clId="{15A6C34E-FED3-4D34-87C0-622DC429122F}" dt="2026-07-26T02:27:48.539" v="11" actId="571"/>
          <ac:spMkLst>
            <pc:docMk/>
            <pc:sldMk cId="3221234724" sldId="258"/>
            <ac:spMk id="5" creationId="{6A5F00E9-E336-9159-D191-16C26B39B28E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6" creationId="{F4826090-6985-A558-AA67-566F0059664D}"/>
          </ac:spMkLst>
        </pc:spChg>
        <pc:spChg chg="add mod">
          <ac:chgData name="Anusha Cherukuru" userId="01e7eb29c35330fc" providerId="LiveId" clId="{15A6C34E-FED3-4D34-87C0-622DC429122F}" dt="2026-07-26T02:27:52.279" v="13" actId="571"/>
          <ac:spMkLst>
            <pc:docMk/>
            <pc:sldMk cId="3221234724" sldId="258"/>
            <ac:spMk id="7" creationId="{1986D49F-1BBF-F1DD-1CD0-C57245BE5AEA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8" creationId="{3A2A0870-1A36-90AA-30C6-3D8ED0EEBD59}"/>
          </ac:spMkLst>
        </pc:spChg>
        <pc:spChg chg="add mod">
          <ac:chgData name="Anusha Cherukuru" userId="01e7eb29c35330fc" providerId="LiveId" clId="{15A6C34E-FED3-4D34-87C0-622DC429122F}" dt="2026-07-26T02:27:52.279" v="13" actId="571"/>
          <ac:spMkLst>
            <pc:docMk/>
            <pc:sldMk cId="3221234724" sldId="258"/>
            <ac:spMk id="9" creationId="{84B8D736-F882-5144-0200-C131C47B3806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10" creationId="{9B6B0ED2-3D08-60D2-A29E-E60A60663441}"/>
          </ac:spMkLst>
        </pc:spChg>
        <pc:spChg chg="add mod">
          <ac:chgData name="Anusha Cherukuru" userId="01e7eb29c35330fc" providerId="LiveId" clId="{15A6C34E-FED3-4D34-87C0-622DC429122F}" dt="2026-07-26T02:27:52.279" v="13" actId="571"/>
          <ac:spMkLst>
            <pc:docMk/>
            <pc:sldMk cId="3221234724" sldId="258"/>
            <ac:spMk id="11" creationId="{1DCAF7A4-9016-C946-6019-0BCAB1EF58BB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12" creationId="{BAE03241-13CF-505A-26FF-34E06B428C13}"/>
          </ac:spMkLst>
        </pc:spChg>
        <pc:spChg chg="add mod">
          <ac:chgData name="Anusha Cherukuru" userId="01e7eb29c35330fc" providerId="LiveId" clId="{15A6C34E-FED3-4D34-87C0-622DC429122F}" dt="2026-07-26T02:27:52.279" v="13" actId="571"/>
          <ac:spMkLst>
            <pc:docMk/>
            <pc:sldMk cId="3221234724" sldId="258"/>
            <ac:spMk id="13" creationId="{2913EBE2-CFB8-648D-83FE-BD9255841C31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14" creationId="{0D71C732-6DD3-20FC-7F89-FD8241FFA3B6}"/>
          </ac:spMkLst>
        </pc:spChg>
        <pc:spChg chg="add mod">
          <ac:chgData name="Anusha Cherukuru" userId="01e7eb29c35330fc" providerId="LiveId" clId="{15A6C34E-FED3-4D34-87C0-622DC429122F}" dt="2026-07-26T02:27:52.279" v="13" actId="571"/>
          <ac:spMkLst>
            <pc:docMk/>
            <pc:sldMk cId="3221234724" sldId="258"/>
            <ac:spMk id="15" creationId="{591B9D4B-1052-F1A9-A63A-846000741DEB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16" creationId="{4E2955A0-D06A-BE85-5C76-95FE62C74889}"/>
          </ac:spMkLst>
        </pc:spChg>
        <pc:spChg chg="add mod">
          <ac:chgData name="Anusha Cherukuru" userId="01e7eb29c35330fc" providerId="LiveId" clId="{15A6C34E-FED3-4D34-87C0-622DC429122F}" dt="2026-07-26T02:27:52.279" v="13" actId="571"/>
          <ac:spMkLst>
            <pc:docMk/>
            <pc:sldMk cId="3221234724" sldId="258"/>
            <ac:spMk id="17" creationId="{D3248084-CD7E-8302-3511-B215F686256D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18" creationId="{AD71F8C7-9124-FF52-590A-A4B0E7517D84}"/>
          </ac:spMkLst>
        </pc:spChg>
        <pc:spChg chg="add mod">
          <ac:chgData name="Anusha Cherukuru" userId="01e7eb29c35330fc" providerId="LiveId" clId="{15A6C34E-FED3-4D34-87C0-622DC429122F}" dt="2026-07-26T02:30:51.587" v="35" actId="571"/>
          <ac:spMkLst>
            <pc:docMk/>
            <pc:sldMk cId="3221234724" sldId="258"/>
            <ac:spMk id="20" creationId="{4C2B8A0E-CFA3-2890-BBDB-D211CA8359FD}"/>
          </ac:spMkLst>
        </pc:spChg>
        <pc:spChg chg="add mod">
          <ac:chgData name="Anusha Cherukuru" userId="01e7eb29c35330fc" providerId="LiveId" clId="{15A6C34E-FED3-4D34-87C0-622DC429122F}" dt="2026-07-26T02:30:51.587" v="35" actId="571"/>
          <ac:spMkLst>
            <pc:docMk/>
            <pc:sldMk cId="3221234724" sldId="258"/>
            <ac:spMk id="21" creationId="{56465817-B16A-6CF1-8005-0927A367296C}"/>
          </ac:spMkLst>
        </pc:spChg>
        <pc:spChg chg="add mod">
          <ac:chgData name="Anusha Cherukuru" userId="01e7eb29c35330fc" providerId="LiveId" clId="{15A6C34E-FED3-4D34-87C0-622DC429122F}" dt="2026-07-26T02:30:51.587" v="35" actId="571"/>
          <ac:spMkLst>
            <pc:docMk/>
            <pc:sldMk cId="3221234724" sldId="258"/>
            <ac:spMk id="22" creationId="{36163083-3D75-6D23-98FB-6FF6CE34FA61}"/>
          </ac:spMkLst>
        </pc:spChg>
        <pc:spChg chg="add mod">
          <ac:chgData name="Anusha Cherukuru" userId="01e7eb29c35330fc" providerId="LiveId" clId="{15A6C34E-FED3-4D34-87C0-622DC429122F}" dt="2026-07-26T02:30:51.587" v="35" actId="571"/>
          <ac:spMkLst>
            <pc:docMk/>
            <pc:sldMk cId="3221234724" sldId="258"/>
            <ac:spMk id="23" creationId="{62EF3D65-1E14-57B2-0351-2D41D2C3A54B}"/>
          </ac:spMkLst>
        </pc:spChg>
        <pc:spChg chg="add mod">
          <ac:chgData name="Anusha Cherukuru" userId="01e7eb29c35330fc" providerId="LiveId" clId="{15A6C34E-FED3-4D34-87C0-622DC429122F}" dt="2026-07-26T02:30:51.587" v="35" actId="571"/>
          <ac:spMkLst>
            <pc:docMk/>
            <pc:sldMk cId="3221234724" sldId="258"/>
            <ac:spMk id="24" creationId="{8D70616D-A36E-D5B1-AFB2-3067D3945DD9}"/>
          </ac:spMkLst>
        </pc:spChg>
        <pc:spChg chg="mod">
          <ac:chgData name="Anusha Cherukuru" userId="01e7eb29c35330fc" providerId="LiveId" clId="{15A6C34E-FED3-4D34-87C0-622DC429122F}" dt="2026-07-26T02:31:02.922" v="38" actId="208"/>
          <ac:spMkLst>
            <pc:docMk/>
            <pc:sldMk cId="3221234724" sldId="258"/>
            <ac:spMk id="25" creationId="{2622F2E5-D6DB-4E3A-4B1F-078AA4D78CAA}"/>
          </ac:spMkLst>
        </pc:spChg>
        <pc:spChg chg="add mod">
          <ac:chgData name="Anusha Cherukuru" userId="01e7eb29c35330fc" providerId="LiveId" clId="{15A6C34E-FED3-4D34-87C0-622DC429122F}" dt="2026-07-26T02:30:51.587" v="35" actId="571"/>
          <ac:spMkLst>
            <pc:docMk/>
            <pc:sldMk cId="3221234724" sldId="258"/>
            <ac:spMk id="26" creationId="{7AAE3036-1FDA-2CB3-C83B-9FCBA5AAC9A2}"/>
          </ac:spMkLst>
        </pc:spChg>
        <pc:spChg chg="add mod">
          <ac:chgData name="Anusha Cherukuru" userId="01e7eb29c35330fc" providerId="LiveId" clId="{15A6C34E-FED3-4D34-87C0-622DC429122F}" dt="2026-07-26T02:30:51.587" v="35" actId="571"/>
          <ac:spMkLst>
            <pc:docMk/>
            <pc:sldMk cId="3221234724" sldId="258"/>
            <ac:spMk id="27" creationId="{914712CE-4B19-AE2D-0D20-290902394CE8}"/>
          </ac:spMkLst>
        </pc:spChg>
      </pc:sldChg>
      <pc:sldChg chg="addSp modSp mod">
        <pc:chgData name="Anusha Cherukuru" userId="01e7eb29c35330fc" providerId="LiveId" clId="{15A6C34E-FED3-4D34-87C0-622DC429122F}" dt="2026-07-26T02:29:28.605" v="23" actId="208"/>
        <pc:sldMkLst>
          <pc:docMk/>
          <pc:sldMk cId="2561962482" sldId="259"/>
        </pc:sldMkLst>
        <pc:spChg chg="add mod">
          <ac:chgData name="Anusha Cherukuru" userId="01e7eb29c35330fc" providerId="LiveId" clId="{15A6C34E-FED3-4D34-87C0-622DC429122F}" dt="2026-07-26T02:28:11.550" v="17" actId="571"/>
          <ac:spMkLst>
            <pc:docMk/>
            <pc:sldMk cId="2561962482" sldId="259"/>
            <ac:spMk id="2" creationId="{B2B3D40B-61ED-E1C4-7D86-9C6DEBD4FC32}"/>
          </ac:spMkLst>
        </pc:spChg>
        <pc:spChg chg="add mod">
          <ac:chgData name="Anusha Cherukuru" userId="01e7eb29c35330fc" providerId="LiveId" clId="{15A6C34E-FED3-4D34-87C0-622DC429122F}" dt="2026-07-26T02:28:11.550" v="17" actId="571"/>
          <ac:spMkLst>
            <pc:docMk/>
            <pc:sldMk cId="2561962482" sldId="259"/>
            <ac:spMk id="3" creationId="{24E9D02F-01FA-7E23-15FF-5E3984B4ED90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4" creationId="{559CEB4D-699F-637F-0D11-FEB8DE4A6A0B}"/>
          </ac:spMkLst>
        </pc:spChg>
        <pc:spChg chg="add mod">
          <ac:chgData name="Anusha Cherukuru" userId="01e7eb29c35330fc" providerId="LiveId" clId="{15A6C34E-FED3-4D34-87C0-622DC429122F}" dt="2026-07-26T02:28:11.550" v="17" actId="571"/>
          <ac:spMkLst>
            <pc:docMk/>
            <pc:sldMk cId="2561962482" sldId="259"/>
            <ac:spMk id="5" creationId="{81F163C3-4314-16F2-1E2F-E2E770DF8847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6" creationId="{0299E34A-3815-B5B5-AB91-19EF0989C473}"/>
          </ac:spMkLst>
        </pc:spChg>
        <pc:spChg chg="add mod">
          <ac:chgData name="Anusha Cherukuru" userId="01e7eb29c35330fc" providerId="LiveId" clId="{15A6C34E-FED3-4D34-87C0-622DC429122F}" dt="2026-07-26T02:28:11.550" v="17" actId="571"/>
          <ac:spMkLst>
            <pc:docMk/>
            <pc:sldMk cId="2561962482" sldId="259"/>
            <ac:spMk id="7" creationId="{02EA0078-509F-3F70-F15D-A72A2D2F6E68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8" creationId="{F2782996-40FD-F96E-E9D9-E5B70A920CE1}"/>
          </ac:spMkLst>
        </pc:spChg>
        <pc:spChg chg="add mod">
          <ac:chgData name="Anusha Cherukuru" userId="01e7eb29c35330fc" providerId="LiveId" clId="{15A6C34E-FED3-4D34-87C0-622DC429122F}" dt="2026-07-26T02:28:14.399" v="19" actId="571"/>
          <ac:spMkLst>
            <pc:docMk/>
            <pc:sldMk cId="2561962482" sldId="259"/>
            <ac:spMk id="9" creationId="{30783B27-8E74-6A4D-C475-6B857A5F8EC1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10" creationId="{4049382E-1504-0764-BA05-0B085DFB8F36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11" creationId="{B88F1772-91EA-3002-7B1C-641E0BF82E10}"/>
          </ac:spMkLst>
        </pc:spChg>
        <pc:spChg chg="add mod">
          <ac:chgData name="Anusha Cherukuru" userId="01e7eb29c35330fc" providerId="LiveId" clId="{15A6C34E-FED3-4D34-87C0-622DC429122F}" dt="2026-07-26T02:28:14.399" v="19" actId="571"/>
          <ac:spMkLst>
            <pc:docMk/>
            <pc:sldMk cId="2561962482" sldId="259"/>
            <ac:spMk id="12" creationId="{47285C69-BC39-F6FC-C6B5-98B374EF23B5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13" creationId="{7FD8A940-F4F4-E997-B00C-4928AA2C897D}"/>
          </ac:spMkLst>
        </pc:spChg>
        <pc:spChg chg="add mod">
          <ac:chgData name="Anusha Cherukuru" userId="01e7eb29c35330fc" providerId="LiveId" clId="{15A6C34E-FED3-4D34-87C0-622DC429122F}" dt="2026-07-26T02:28:14.399" v="19" actId="571"/>
          <ac:spMkLst>
            <pc:docMk/>
            <pc:sldMk cId="2561962482" sldId="259"/>
            <ac:spMk id="14" creationId="{4E6065E7-9A3B-6079-E8C1-AD2D28CDB2CD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15" creationId="{BFD91C3B-14E6-8F10-D129-AF4B29C65B94}"/>
          </ac:spMkLst>
        </pc:spChg>
        <pc:spChg chg="add mod">
          <ac:chgData name="Anusha Cherukuru" userId="01e7eb29c35330fc" providerId="LiveId" clId="{15A6C34E-FED3-4D34-87C0-622DC429122F}" dt="2026-07-26T02:28:14.399" v="19" actId="571"/>
          <ac:spMkLst>
            <pc:docMk/>
            <pc:sldMk cId="2561962482" sldId="259"/>
            <ac:spMk id="16" creationId="{6F6AC2D4-BA5B-4AE8-D3ED-7CB0FB8D4AA6}"/>
          </ac:spMkLst>
        </pc:spChg>
        <pc:spChg chg="mod">
          <ac:chgData name="Anusha Cherukuru" userId="01e7eb29c35330fc" providerId="LiveId" clId="{15A6C34E-FED3-4D34-87C0-622DC429122F}" dt="2026-07-26T02:29:28.605" v="23" actId="208"/>
          <ac:spMkLst>
            <pc:docMk/>
            <pc:sldMk cId="2561962482" sldId="259"/>
            <ac:spMk id="17" creationId="{504AC163-C203-3F9B-F861-C6E377AD4BD6}"/>
          </ac:spMkLst>
        </pc:spChg>
        <pc:spChg chg="add mod">
          <ac:chgData name="Anusha Cherukuru" userId="01e7eb29c35330fc" providerId="LiveId" clId="{15A6C34E-FED3-4D34-87C0-622DC429122F}" dt="2026-07-26T02:28:14.399" v="19" actId="571"/>
          <ac:spMkLst>
            <pc:docMk/>
            <pc:sldMk cId="2561962482" sldId="259"/>
            <ac:spMk id="19" creationId="{94639806-BBB6-7312-A6A4-E1214CE2D2FE}"/>
          </ac:spMkLst>
        </pc:spChg>
        <pc:spChg chg="add mod">
          <ac:chgData name="Anusha Cherukuru" userId="01e7eb29c35330fc" providerId="LiveId" clId="{15A6C34E-FED3-4D34-87C0-622DC429122F}" dt="2026-07-26T02:28:14.399" v="19" actId="571"/>
          <ac:spMkLst>
            <pc:docMk/>
            <pc:sldMk cId="2561962482" sldId="259"/>
            <ac:spMk id="20" creationId="{EB75D1B5-066A-4A90-4D51-F2DE8DCF16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28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85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85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043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9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8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5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5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0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3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6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38BECAB-2E07-4D0D-9FD6-90C32D437B4E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8ED7090-7389-49DB-8D38-5FF30BF705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84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9EBF97-4C93-47A7-F82F-374E0AA71975}"/>
              </a:ext>
            </a:extLst>
          </p:cNvPr>
          <p:cNvSpPr txBox="1"/>
          <p:nvPr/>
        </p:nvSpPr>
        <p:spPr>
          <a:xfrm>
            <a:off x="609600" y="239485"/>
            <a:ext cx="1104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Overview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73D45B-3649-BF91-38BE-D6E278053A3A}"/>
              </a:ext>
            </a:extLst>
          </p:cNvPr>
          <p:cNvSpPr/>
          <p:nvPr/>
        </p:nvSpPr>
        <p:spPr>
          <a:xfrm>
            <a:off x="9108625" y="790114"/>
            <a:ext cx="2375803" cy="185057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Research Impact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40B37-EC29-36FA-8410-7601DC872889}"/>
              </a:ext>
            </a:extLst>
          </p:cNvPr>
          <p:cNvSpPr/>
          <p:nvPr/>
        </p:nvSpPr>
        <p:spPr>
          <a:xfrm>
            <a:off x="609598" y="790114"/>
            <a:ext cx="2373086" cy="185057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Total Universities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BB012D-38BF-9DEE-2EFD-9BFA35BDA635}"/>
              </a:ext>
            </a:extLst>
          </p:cNvPr>
          <p:cNvSpPr/>
          <p:nvPr/>
        </p:nvSpPr>
        <p:spPr>
          <a:xfrm>
            <a:off x="3419478" y="790114"/>
            <a:ext cx="2484660" cy="185057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chemeClr val="tx1"/>
                </a:solidFill>
              </a:rPr>
              <a:t>Overall 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BD291D-CC75-4DA0-86DF-C08B0C673F76}"/>
              </a:ext>
            </a:extLst>
          </p:cNvPr>
          <p:cNvSpPr/>
          <p:nvPr/>
        </p:nvSpPr>
        <p:spPr>
          <a:xfrm>
            <a:off x="6340932" y="790114"/>
            <a:ext cx="2375803" cy="1814061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Research Productivity Index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A7D451-3B0C-172C-AD47-550F7B656670}"/>
              </a:ext>
            </a:extLst>
          </p:cNvPr>
          <p:cNvSpPr/>
          <p:nvPr/>
        </p:nvSpPr>
        <p:spPr>
          <a:xfrm>
            <a:off x="8094891" y="3258684"/>
            <a:ext cx="3389537" cy="120479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Universities by Research Impact 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557CED-2D62-230D-464E-39E808AF44F0}"/>
              </a:ext>
            </a:extLst>
          </p:cNvPr>
          <p:cNvSpPr/>
          <p:nvPr/>
        </p:nvSpPr>
        <p:spPr>
          <a:xfrm>
            <a:off x="609596" y="3266054"/>
            <a:ext cx="3531053" cy="119742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Universities by Overall Score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7D02A9-722C-1841-7721-7E34A15392DB}"/>
              </a:ext>
            </a:extLst>
          </p:cNvPr>
          <p:cNvSpPr/>
          <p:nvPr/>
        </p:nvSpPr>
        <p:spPr>
          <a:xfrm>
            <a:off x="4423001" y="3266054"/>
            <a:ext cx="3389537" cy="1223056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University Distribution by Region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13520A-81B0-57E3-C67C-F423A1D702DB}"/>
              </a:ext>
            </a:extLst>
          </p:cNvPr>
          <p:cNvSpPr/>
          <p:nvPr/>
        </p:nvSpPr>
        <p:spPr>
          <a:xfrm>
            <a:off x="609597" y="5088850"/>
            <a:ext cx="10874831" cy="119742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 Countries by Number of Universities</a:t>
            </a:r>
          </a:p>
        </p:txBody>
      </p:sp>
    </p:spTree>
    <p:extLst>
      <p:ext uri="{BB962C8B-B14F-4D97-AF65-F5344CB8AC3E}">
        <p14:creationId xmlns:p14="http://schemas.microsoft.com/office/powerpoint/2010/main" val="214325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A51DD9-D1D0-CFCD-674B-3A286C1ED4F6}"/>
              </a:ext>
            </a:extLst>
          </p:cNvPr>
          <p:cNvSpPr/>
          <p:nvPr/>
        </p:nvSpPr>
        <p:spPr>
          <a:xfrm>
            <a:off x="805542" y="859969"/>
            <a:ext cx="4103914" cy="230142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Productivity 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DCE051-2BC1-B496-9F1D-B925161EB2B6}"/>
              </a:ext>
            </a:extLst>
          </p:cNvPr>
          <p:cNvSpPr/>
          <p:nvPr/>
        </p:nvSpPr>
        <p:spPr>
          <a:xfrm>
            <a:off x="5744936" y="859968"/>
            <a:ext cx="4073976" cy="230142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Productivity Impact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5C341-CC18-D6A3-09B1-E7BDF7D4A66B}"/>
              </a:ext>
            </a:extLst>
          </p:cNvPr>
          <p:cNvSpPr/>
          <p:nvPr/>
        </p:nvSpPr>
        <p:spPr>
          <a:xfrm>
            <a:off x="805542" y="3522429"/>
            <a:ext cx="3537857" cy="2900142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 Productivity Index by Region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3E58B-5170-63B6-101F-5B8B997B8B7D}"/>
              </a:ext>
            </a:extLst>
          </p:cNvPr>
          <p:cNvSpPr/>
          <p:nvPr/>
        </p:nvSpPr>
        <p:spPr>
          <a:xfrm>
            <a:off x="4675415" y="3522428"/>
            <a:ext cx="3445328" cy="2900142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 Impact Score by Region </a:t>
            </a:r>
          </a:p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B41D1A-F7F2-210B-6F43-4F848C72CED3}"/>
              </a:ext>
            </a:extLst>
          </p:cNvPr>
          <p:cNvSpPr/>
          <p:nvPr/>
        </p:nvSpPr>
        <p:spPr>
          <a:xfrm>
            <a:off x="8452759" y="3522428"/>
            <a:ext cx="3537857" cy="2900142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Universities by Research Productivity Index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5C895-A511-6488-75B3-5885E677D61E}"/>
              </a:ext>
            </a:extLst>
          </p:cNvPr>
          <p:cNvSpPr txBox="1"/>
          <p:nvPr/>
        </p:nvSpPr>
        <p:spPr>
          <a:xfrm>
            <a:off x="3458935" y="293914"/>
            <a:ext cx="5056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60925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8CEC8A-253C-E63E-213D-2C4C752DB945}"/>
              </a:ext>
            </a:extLst>
          </p:cNvPr>
          <p:cNvSpPr/>
          <p:nvPr/>
        </p:nvSpPr>
        <p:spPr>
          <a:xfrm>
            <a:off x="870857" y="849086"/>
            <a:ext cx="2144486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Universities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26090-6985-A558-AA67-566F0059664D}"/>
              </a:ext>
            </a:extLst>
          </p:cNvPr>
          <p:cNvSpPr/>
          <p:nvPr/>
        </p:nvSpPr>
        <p:spPr>
          <a:xfrm>
            <a:off x="9024255" y="849086"/>
            <a:ext cx="2155373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2A0870-1A36-90AA-30C6-3D8ED0EEBD59}"/>
              </a:ext>
            </a:extLst>
          </p:cNvPr>
          <p:cNvSpPr/>
          <p:nvPr/>
        </p:nvSpPr>
        <p:spPr>
          <a:xfrm>
            <a:off x="6349092" y="849086"/>
            <a:ext cx="2155373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QS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6B0ED2-3D08-60D2-A29E-E60A60663441}"/>
              </a:ext>
            </a:extLst>
          </p:cNvPr>
          <p:cNvSpPr/>
          <p:nvPr/>
        </p:nvSpPr>
        <p:spPr>
          <a:xfrm>
            <a:off x="3663042" y="849086"/>
            <a:ext cx="2166261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E03241-13CF-505A-26FF-34E06B428C13}"/>
              </a:ext>
            </a:extLst>
          </p:cNvPr>
          <p:cNvSpPr/>
          <p:nvPr/>
        </p:nvSpPr>
        <p:spPr>
          <a:xfrm>
            <a:off x="870857" y="2830287"/>
            <a:ext cx="4958446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Universities by Overall Score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71C732-6DD3-20FC-7F89-FD8241FFA3B6}"/>
              </a:ext>
            </a:extLst>
          </p:cNvPr>
          <p:cNvSpPr/>
          <p:nvPr/>
        </p:nvSpPr>
        <p:spPr>
          <a:xfrm>
            <a:off x="6357257" y="2830287"/>
            <a:ext cx="4958445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 Universities QS Score</a:t>
            </a:r>
          </a:p>
          <a:p>
            <a:pPr algn="ctr"/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2955A0-D06A-BE85-5C76-95FE62C74889}"/>
              </a:ext>
            </a:extLst>
          </p:cNvPr>
          <p:cNvSpPr/>
          <p:nvPr/>
        </p:nvSpPr>
        <p:spPr>
          <a:xfrm>
            <a:off x="834118" y="4811488"/>
            <a:ext cx="3128283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 by Region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71F8C7-9124-FF52-590A-A4B0E7517D84}"/>
              </a:ext>
            </a:extLst>
          </p:cNvPr>
          <p:cNvSpPr/>
          <p:nvPr/>
        </p:nvSpPr>
        <p:spPr>
          <a:xfrm>
            <a:off x="8229600" y="4811488"/>
            <a:ext cx="3086102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 Score by Region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2C615F-E7C7-F6DE-3292-45654DA9A1BC}"/>
              </a:ext>
            </a:extLst>
          </p:cNvPr>
          <p:cNvSpPr txBox="1"/>
          <p:nvPr/>
        </p:nvSpPr>
        <p:spPr>
          <a:xfrm>
            <a:off x="2764969" y="298456"/>
            <a:ext cx="62592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/>
              <a:t>Rankings &amp; Reputation Dashboard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22F2E5-D6DB-4E3A-4B1F-078AA4D78CAA}"/>
              </a:ext>
            </a:extLst>
          </p:cNvPr>
          <p:cNvSpPr/>
          <p:nvPr/>
        </p:nvSpPr>
        <p:spPr>
          <a:xfrm>
            <a:off x="4526414" y="4811488"/>
            <a:ext cx="3128283" cy="1589314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QS Score by Region</a:t>
            </a:r>
          </a:p>
        </p:txBody>
      </p:sp>
    </p:spTree>
    <p:extLst>
      <p:ext uri="{BB962C8B-B14F-4D97-AF65-F5344CB8AC3E}">
        <p14:creationId xmlns:p14="http://schemas.microsoft.com/office/powerpoint/2010/main" val="322123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9CEB4D-699F-637F-0D11-FEB8DE4A6A0B}"/>
              </a:ext>
            </a:extLst>
          </p:cNvPr>
          <p:cNvSpPr/>
          <p:nvPr/>
        </p:nvSpPr>
        <p:spPr>
          <a:xfrm>
            <a:off x="685800" y="838200"/>
            <a:ext cx="2242457" cy="1534886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Countries Represented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9E34A-3815-B5B5-AB91-19EF0989C473}"/>
              </a:ext>
            </a:extLst>
          </p:cNvPr>
          <p:cNvSpPr/>
          <p:nvPr/>
        </p:nvSpPr>
        <p:spPr>
          <a:xfrm>
            <a:off x="3570513" y="887186"/>
            <a:ext cx="2242457" cy="1534886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782996-40FD-F96E-E9D9-E5B70A920CE1}"/>
              </a:ext>
            </a:extLst>
          </p:cNvPr>
          <p:cNvSpPr/>
          <p:nvPr/>
        </p:nvSpPr>
        <p:spPr>
          <a:xfrm>
            <a:off x="6455226" y="887186"/>
            <a:ext cx="2242457" cy="1534886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Productivity Index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49382E-1504-0764-BA05-0B085DFB8F36}"/>
              </a:ext>
            </a:extLst>
          </p:cNvPr>
          <p:cNvSpPr/>
          <p:nvPr/>
        </p:nvSpPr>
        <p:spPr>
          <a:xfrm>
            <a:off x="9263743" y="838200"/>
            <a:ext cx="2242457" cy="1534886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Impact Score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F1772-91EA-3002-7B1C-641E0BF82E10}"/>
              </a:ext>
            </a:extLst>
          </p:cNvPr>
          <p:cNvSpPr/>
          <p:nvPr/>
        </p:nvSpPr>
        <p:spPr>
          <a:xfrm>
            <a:off x="696685" y="2759529"/>
            <a:ext cx="5127171" cy="1534886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Countries by Overall Score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D8A940-F4F4-E997-B00C-4928AA2C897D}"/>
              </a:ext>
            </a:extLst>
          </p:cNvPr>
          <p:cNvSpPr/>
          <p:nvPr/>
        </p:nvSpPr>
        <p:spPr>
          <a:xfrm>
            <a:off x="685799" y="4696284"/>
            <a:ext cx="5127171" cy="1534886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Score by Region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D91C3B-14E6-8F10-D129-AF4B29C65B94}"/>
              </a:ext>
            </a:extLst>
          </p:cNvPr>
          <p:cNvSpPr/>
          <p:nvPr/>
        </p:nvSpPr>
        <p:spPr>
          <a:xfrm>
            <a:off x="6444342" y="4696283"/>
            <a:ext cx="5061857" cy="1534885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Distribution by Region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AC163-C203-3F9B-F861-C6E377AD4BD6}"/>
              </a:ext>
            </a:extLst>
          </p:cNvPr>
          <p:cNvSpPr/>
          <p:nvPr/>
        </p:nvSpPr>
        <p:spPr>
          <a:xfrm>
            <a:off x="6444343" y="2759528"/>
            <a:ext cx="5061857" cy="1534885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Country by Research Productivity Index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65CB0-A565-B287-DA1C-A185B5B3EC23}"/>
              </a:ext>
            </a:extLst>
          </p:cNvPr>
          <p:cNvSpPr txBox="1"/>
          <p:nvPr/>
        </p:nvSpPr>
        <p:spPr>
          <a:xfrm>
            <a:off x="3216728" y="195943"/>
            <a:ext cx="5268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Countries Dashboard</a:t>
            </a:r>
          </a:p>
        </p:txBody>
      </p:sp>
    </p:spTree>
    <p:extLst>
      <p:ext uri="{BB962C8B-B14F-4D97-AF65-F5344CB8AC3E}">
        <p14:creationId xmlns:p14="http://schemas.microsoft.com/office/powerpoint/2010/main" val="256196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125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Anusha Cherukuru</dc:creator>
  <cp:lastModifiedBy>Anusha Cherukuru</cp:lastModifiedBy>
  <cp:revision>1</cp:revision>
  <dcterms:created xsi:type="dcterms:W3CDTF">2026-07-25T16:33:03Z</dcterms:created>
  <dcterms:modified xsi:type="dcterms:W3CDTF">2026-07-26T02:31:10Z</dcterms:modified>
</cp:coreProperties>
</file>